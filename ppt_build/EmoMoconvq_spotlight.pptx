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Decoder Bottleneck in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Physics-Based Emotion-Conditioned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Motion Generation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54864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29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  —  Spotlight Presentation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Kangwei Sun   |   524531910006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Robot — Final 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Motivation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text-to-motion models (MoConVQ) produce dynamically plausible motion but expose only one control: free-text.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3977640" cy="237744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611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lives in the prompt wording.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Brittle (exact words matter), entangled (mixes with content), and unreachable for unseen action × emotion pairs.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2057400"/>
            <a:ext cx="3977640" cy="237744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219456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question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2560320"/>
            <a:ext cx="3611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attach a small discrete emotion interface to MoConVQ so the same prompt can be rendered in different emotional styles by flipping a flag?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MoConVQ (Yao et al., 2023)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1280160"/>
            <a:ext cx="5669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text-to-motion. Residual-VQ + GPT + MoE tracker over an ODE simulator. We build on it; backbone stays frozen.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38528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T2M-GPT, MDM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2011680"/>
            <a:ext cx="5669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Kinematic-only text-to-motion. No physics; no explicit emotion control.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70048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Style / emotion transfer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743200"/>
            <a:ext cx="5669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(action labels); Holden, Aberman (style transfer on mocap). Need style-labelled motion data, which we do not have for MoConVQ's skeleton.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401568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4747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LoRA / adapters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3474720"/>
            <a:ext cx="56692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for parameter-efficient adaptation. Our emotion module is ~0.8M params on a 194M backbone.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 — 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emotion into MoConVQ's text feature via a small trainable module; freeze everything else.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280160" cy="192024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2240280"/>
            <a:ext cx="1133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 prompt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265176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(frozen input)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28800" y="1691640"/>
            <a:ext cx="1280160" cy="192024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2240280"/>
            <a:ext cx="1133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T5-large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01952" y="265176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246888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A8A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0" y="1691640"/>
            <a:ext cx="1554480" cy="192024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0752" y="224028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Transf.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265176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layers  •  frozen* or top-K tuned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0" y="1691640"/>
            <a:ext cx="1554480" cy="192024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76672" y="224028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Physics Decoder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76672" y="2651760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tracker + ODE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777240"/>
            <a:ext cx="1828800" cy="640080"/>
          </a:xfrm>
          <a:prstGeom prst="rect">
            <a:avLst/>
          </a:prstGeom>
          <a:solidFill>
            <a:srgbClr val="EEF2F5"/>
          </a:solidFill>
          <a:ln w="19050">
            <a:solidFill>
              <a:srgbClr val="5A8A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16352" y="82296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Emotion label  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16352" y="112471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E_e  (5 x 512)   →   MLP_proj  (→ 1024)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1417320"/>
            <a:ext cx="0" cy="105156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0.8M trainable emotion params  •  upstream MoConVQ source code unmodified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f_cond = f_T5 + MLP_proj( E_e (c) 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zero-init last linear → at step 0, model = baseline (graceful degradation)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 —  Progressive distillation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 emotion knowledge by running the baseline on text with emotion adverbs; train EmoMoconvq from stripped text + label. Tighten the design at each step until the label is the only useful signal.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7452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965960"/>
            <a:ext cx="0" cy="530352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9293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Uncontrolled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2240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463 emotion-bearing captions  •  one emotion / caption  •  top-4 layers tuned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760720" y="19293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47.3M (24.3%)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22402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can memorise; label may be ignored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79192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79192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34440" y="2770632"/>
            <a:ext cx="0" cy="530352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27340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5-variant compositional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30449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base × 5 emotions = 500  •  base-stratified split  •  top-2 layers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60720" y="273405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24.0M (12.4%)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60720" y="30449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text forces label use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83864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483864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234440" y="3575304"/>
            <a:ext cx="0" cy="530352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35387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Emotion-module only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8496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dataset  •  every temporal layer frozen  •  only E_e + MLP_proj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760720" y="35387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0.79M (0.41%)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60720" y="384962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is the only thing that can learn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288536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288536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34440" y="4379976"/>
            <a:ext cx="0" cy="530352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0" y="4343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3-class focus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71600" y="46542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{neutral, happy, fearful}  •  300 samples  •  pre-registered fallback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760720" y="43434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  •  chance 33.3%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760720" y="465429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classes baseline confuses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A  —  Token-level evaluation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50 held-out neutral captions, EmoMoconvq's outputs differ across emotion labels by 1.36× baseline stochasticity, and a 3-class classifier picks up the conditioned emotion above chance.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3840480" cy="109728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24028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disagreement vs.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noise (Path 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3840480" cy="1097280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840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39.3 %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40280" y="3886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3-class classifier acc.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33.3% — happy 50%</a:t>
            </a:r>
            <a:endParaRPr lang="en-US" sz="1100" dirty="0"/>
          </a:p>
        </p:txBody>
      </p:sp>
      <p:pic>
        <p:nvPicPr>
          <p:cNvPr id="11" name="Image 0" descr="D:\My_Study\sophomore\Robotics\EmoMoconvq\ppt_build\fig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143000"/>
            <a:ext cx="4297680" cy="24231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0" y="36118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v2 → B → D'  :  tightening the design steadily increases the emotion-induced variation.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B  —  Motion-level: null result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Decoded through MoConVQ's physics simulator, 6 affective kinematic features show no significant per-emotion effect.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447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 across 20 captions × 3 emotions  —  all  p &gt; 0.7,  all  η² ≤ 0.011.</a:t>
            </a:r>
            <a:endParaRPr lang="en-US" sz="1100" dirty="0"/>
          </a:p>
        </p:txBody>
      </p:sp>
      <p:pic>
        <p:nvPicPr>
          <p:cNvPr id="6" name="Image 0" descr="D:\My_Study\sophomore\Robotics\EmoMoconvq\ppt_build\fig_kinematic_ano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4520"/>
            <a:ext cx="5120640" cy="274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874520"/>
            <a:ext cx="3108960" cy="27432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0" y="2377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Decoder bottleneck.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0" y="274320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MoConVQ's tracking policy was trained to follow latents within a fixed physical manifold. The emotion-conditioned signal lives in the latent but is projected back to the tracker's prior — emotion is normalised out of the physical motion.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output &amp; live demo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91440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57200" y="1188720"/>
            <a:ext cx="502920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69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3-emotion comparison on "a person runs forward"  —  left: neutral · middle: happy · right: fearful   (click to play)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760720" y="118872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artefacts</a:t>
            </a:r>
            <a:endParaRPr lang="en-US" sz="1150" dirty="0"/>
          </a:p>
          <a:p>
            <a:pPr indent="0" marL="0">
              <a:buNone/>
            </a:pPr>
            <a:r>
              <a:rPr lang="en-US" sz="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3 side-by-side comparison videos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trained EmoMoconvq checkpoints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+ v2 distillation datasets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interactive web demo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760720" y="3017520"/>
            <a:ext cx="3108960" cy="1280160"/>
          </a:xfrm>
          <a:prstGeom prst="rect">
            <a:avLst/>
          </a:prstGeom>
          <a:solidFill>
            <a:srgbClr val="F9FAFB"/>
          </a:solidFill>
          <a:ln w="12700">
            <a:solidFill>
              <a:srgbClr val="5A8A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97880" y="30632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97880" y="3337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emotion → physics-simulated BVH in ~10s.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97880" y="38404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Script/gradio_demo.py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76072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github.com/Sunkw1224/EmoMoconvq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EmoMoconvq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548640" cy="0"/>
          </a:xfrm>
          <a:prstGeom prst="line">
            <a:avLst/>
          </a:prstGeom>
          <a:noFill/>
          <a:ln w="19050">
            <a:solidFill>
              <a:srgbClr val="5A8A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8A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emotion module learns. The frozen tracker erases what it learnt.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3840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Token-level emotion control is real (1.36×; happy 50%).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Motion-level effect is null (ANOVA p &gt; 0.7).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localised to the frozen physics tracker.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directions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2468880"/>
            <a:ext cx="3840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fine-tuning of the tracker (differentiable physics).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Emotion-preservation loss in the tracking objective.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training on real emotion-labelled motion (needs retargeter).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github.com/Sunkw1224/EmoMoconvq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EmoMoconvq -- Spotlight Presentation</dc:title>
  <dc:subject>PptxGenJS Presentation</dc:subject>
  <dc:creator>Kangwei Sun</dc:creator>
  <cp:lastModifiedBy>Kangwei Sun</cp:lastModifiedBy>
  <cp:revision>1</cp:revision>
  <dcterms:created xsi:type="dcterms:W3CDTF">2026-06-15T14:14:18Z</dcterms:created>
  <dcterms:modified xsi:type="dcterms:W3CDTF">2026-06-15T14:14:18Z</dcterms:modified>
</cp:coreProperties>
</file>