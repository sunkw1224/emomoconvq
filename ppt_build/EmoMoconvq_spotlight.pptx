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01" d="100"/>
          <a:sy n="201" d="100"/>
        </p:scale>
        <p:origin x="13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2641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the Decoder Bottleneck in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Physics-Based Emotion-Conditioned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Motion Generation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548640" cy="0"/>
          </a:xfrm>
          <a:prstGeom prst="line">
            <a:avLst/>
          </a:prstGeom>
          <a:noFill/>
          <a:ln w="19050">
            <a:solidFill>
              <a:srgbClr val="5A8A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EmoMoconvq</a:t>
            </a: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Presentation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Kangwei Sun   |   524531910006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Robot — Final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Motivation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914400" cy="0"/>
          </a:xfrm>
          <a:prstGeom prst="line">
            <a:avLst/>
          </a:prstGeom>
          <a:noFill/>
          <a:ln w="19050">
            <a:solidFill>
              <a:srgbClr val="5A8A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text-to-motion models (MoConVQ) produce dynamically plausible motion but expose only one control: free-text.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3977640" cy="23774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lives in the prompt wording.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(exact words matter), entangled (mixes with content), and unreachable for unseen action × emotion pairs.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2057400"/>
            <a:ext cx="3977640" cy="237744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892040" y="21945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2560320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attach a small discrete emotion interface to MoConVQ so the same prompt can be rendered in different emotional styles by flipping a flag?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EmoMoconvq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914400" cy="0"/>
          </a:xfrm>
          <a:prstGeom prst="line">
            <a:avLst/>
          </a:prstGeom>
          <a:noFill/>
          <a:ln w="19050">
            <a:solidFill>
              <a:srgbClr val="5A8A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MoConVQ (Yao et al., 2023)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17520" y="128016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text-to-motion. Residual-VQ + GPT + MoE tracker over an ODE simulator. We build on it; backbone stays frozen.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38528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T2M-GPT, MDM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201168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Kinematic-only text-to-motion. No physics; no explicit emotion control.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 / emotion transfer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274320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(action labels); Holden, Aberman (style transfer on mocap). Need style-labelled motion data, which we do not have for MoConVQ's skeleton.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01568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 / adapters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347472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for parameter-efficient adaptation. Our emotion module is ~0.8M params on a 194M backbone.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EmoMoconvq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 — 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914400" cy="0"/>
          </a:xfrm>
          <a:prstGeom prst="line">
            <a:avLst/>
          </a:prstGeom>
          <a:noFill/>
          <a:ln w="19050">
            <a:solidFill>
              <a:srgbClr val="5A8A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EmoMoconvq plugs a tiny trainable emotion branch into MoConVQ's frozen  text → tokens → latent → physics  pipeline.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00200" y="1508760"/>
            <a:ext cx="1920240" cy="640080"/>
          </a:xfrm>
          <a:prstGeom prst="rect">
            <a:avLst/>
          </a:prstGeom>
          <a:solidFill>
            <a:srgbClr val="EEF2F5"/>
          </a:solidFill>
          <a:ln w="19050">
            <a:solidFill>
              <a:srgbClr val="5A8A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645920" y="1554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Emotion label  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E_e  (5 × 512)   →   MLP_proj  (→ 1024)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283006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 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560320"/>
            <a:ext cx="1280160" cy="86868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051560" y="26334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T5-large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3017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· frozen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0" y="2994660"/>
            <a:ext cx="9144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2377440" y="281178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A8A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2377440" y="27752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8A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743200" y="2994660"/>
            <a:ext cx="13716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880360" y="2560320"/>
            <a:ext cx="1874520" cy="868680"/>
          </a:xfrm>
          <a:prstGeom prst="rect">
            <a:avLst/>
          </a:prstGeom>
          <a:solidFill>
            <a:srgbClr val="EEF2F5"/>
          </a:solidFill>
          <a:ln w="19050">
            <a:solidFill>
              <a:srgbClr val="5A8A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926080" y="26334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T2M-MoConGPT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12-layer autoreg. transformer · top-K tuned · emits RQ tokens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994660"/>
            <a:ext cx="18288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937760" y="2560320"/>
            <a:ext cx="1508760" cy="86868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983480" y="26334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ConvVQ decoder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017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tokens → motion latent  z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46520" y="2994660"/>
            <a:ext cx="18288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629400" y="2560320"/>
            <a:ext cx="1737360" cy="86868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675120" y="26334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Physics decoder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tracker + ODE simulator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94192" y="283006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BVH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0" y="2148840"/>
            <a:ext cx="0" cy="662940"/>
          </a:xfrm>
          <a:prstGeom prst="line">
            <a:avLst/>
          </a:prstGeom>
          <a:noFill/>
          <a:ln w="19050">
            <a:solidFill>
              <a:srgbClr val="5A8A9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57200" y="35844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MoConVQ pipeline (everything outside the teal box is frozen):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encodes the prompt; </a:t>
            </a:r>
            <a:r>
              <a:rPr lang="en-US" sz="1000" b="1" dirty="0">
                <a:solidFill>
                  <a:srgbClr val="5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T2M-MoConGPT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autoregressively emits a residual-VQ token sequence; ConvVQ decodes those tokens to a continuous motion latent </a:t>
            </a: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MoE tracking policy then drives an ODE simulator that follows </a:t>
            </a: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outputs physically valid BVH motion.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f_cond  =  f_T5  +  MLP_proj( E_e (c) 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M trainable emotion params  •  zero-init last linear → step 0 = baseline (graceful degradation)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EmoMoconvq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 —  Progressive distillation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914400" cy="0"/>
          </a:xfrm>
          <a:prstGeom prst="line">
            <a:avLst/>
          </a:prstGeom>
          <a:noFill/>
          <a:ln w="19050">
            <a:solidFill>
              <a:srgbClr val="5A8A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 emotion knowledge by running the baseline on text with emotion adverbs; train EmoMoconvq from stripped text + label. Tighten the design at each step until the label is the only useful signal.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8229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8A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1965960"/>
            <a:ext cx="0" cy="530352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371600" y="19293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Uncontrolled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2402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463 emotion-bearing captions  •  one emotion / caption  •  top-4 layers tuned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0720" y="19293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47.3M (24.3%)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22402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can memorise; label may be ignored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79192"/>
            <a:ext cx="8229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679192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8A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34440" y="2770632"/>
            <a:ext cx="0" cy="530352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371600" y="27340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5-variant compositional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30449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base × 5 emotions = 500  •  base-stratified split  •  top-2 layers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60720" y="273405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24.0M (12.4%)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30449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text forces label use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483864"/>
            <a:ext cx="8229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57200" y="3483864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8A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34440" y="3575304"/>
            <a:ext cx="0" cy="530352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371600" y="35387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Emotion-module only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38496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dataset  •  every temporal layer frozen  •  only E_e + MLP_proj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760720" y="35387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0.79M (0.41%)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38496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is the only thing that can learn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288536"/>
            <a:ext cx="8229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57200" y="4288536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8A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D'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34440" y="4379976"/>
            <a:ext cx="0" cy="530352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371600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3-class focus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71600" y="465429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{neutral, happy, fearful}  •  300 samples  •  pre-registered fallback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760720" y="4343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 •  chance 33.3%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60720" y="465429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classes baseline confuses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EmoMoconvq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A  —  Token-level evaluation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914400" cy="0"/>
          </a:xfrm>
          <a:prstGeom prst="line">
            <a:avLst/>
          </a:prstGeom>
          <a:noFill/>
          <a:ln w="19050">
            <a:solidFill>
              <a:srgbClr val="5A8A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50 held-out neutral captions, EmoMoconvq's outputs differ across emotion labels by 1.36× baseline stochasticity, and a 3-class classifier picks up the conditioned emotion above chance.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3840480" cy="109728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94360" y="2560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A8A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1.36×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240280" y="2606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disagreement vs.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noise (Path B)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3840480" cy="109728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94360" y="3840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A8A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39.3 %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240280" y="3886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classifier acc.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33.3% — happy 50%</a:t>
            </a:r>
            <a:endParaRPr lang="en-US" sz="1100" dirty="0"/>
          </a:p>
        </p:txBody>
      </p:sp>
      <p:pic>
        <p:nvPicPr>
          <p:cNvPr id="11" name="Image 0" descr="D:\My_Study\sophomore\Robotics\EmoMoconvq\ppt_build\fig_pro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297680" cy="24231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0" y="36118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→ v2 → B → D'  :  tightening the design steadily increases the emotion-induced variation.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EmoMoconvq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B  —  Motion-level: null result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914400" cy="0"/>
          </a:xfrm>
          <a:prstGeom prst="line">
            <a:avLst/>
          </a:prstGeom>
          <a:noFill/>
          <a:ln w="19050">
            <a:solidFill>
              <a:srgbClr val="5A8A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 through MoConVQ's physics simulator, 6 affective kinematic features show no significant per-emotion effect.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 across 20 captions × 3 emotions  —  all  p &gt; 0.7,  all  η² ≤ 0.011.</a:t>
            </a:r>
            <a:endParaRPr lang="en-US" sz="1100" dirty="0"/>
          </a:p>
        </p:txBody>
      </p:sp>
      <p:pic>
        <p:nvPicPr>
          <p:cNvPr id="6" name="Image 0" descr="D:\My_Study\sophomore\Robotics\EmoMoconvq\ppt_build\fig_kinematic_ano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74520"/>
            <a:ext cx="512064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1874520"/>
            <a:ext cx="3108960" cy="2743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9436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0" y="2377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8A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Decoder bottleneck.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274320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MoConVQ's tracking policy was trained to follow latents within a fixed physical manifold. The emotion-conditioned signal lives in the latent but is projected back to the tracker's prior — emotion is normalised out of the physical motion.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EmoMoconvq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output &amp; live demo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914400" cy="0"/>
          </a:xfrm>
          <a:prstGeom prst="line">
            <a:avLst/>
          </a:prstGeom>
          <a:noFill/>
          <a:ln w="19050">
            <a:solidFill>
              <a:srgbClr val="5A8A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57200" y="1188720"/>
            <a:ext cx="502920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069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3-emotion comparison on "a person runs forward"  —  left: neutral · middle: happy · right: fearful   (click to play)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760720" y="118872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artefacts</a:t>
            </a:r>
            <a:endParaRPr lang="en-US" sz="1150" dirty="0"/>
          </a:p>
          <a:p>
            <a:pPr marL="0" indent="0">
              <a:buNone/>
            </a:pPr>
            <a:r>
              <a:rPr lang="en-US" sz="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3 side-by-side comparison videos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trained EmoMoconvq checkpoints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+ v2 distillation datasets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interactive web demo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760720" y="2852992"/>
            <a:ext cx="3108960" cy="1280160"/>
          </a:xfrm>
          <a:prstGeom prst="rect">
            <a:avLst/>
          </a:prstGeom>
          <a:solidFill>
            <a:srgbClr val="F9FAFB"/>
          </a:solidFill>
          <a:ln w="12700">
            <a:solidFill>
              <a:srgbClr val="5A8A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897880" y="28987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A8A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97880" y="31730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emotion → physics-simulated BVH in ~10s.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3675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Script/gradio_demo.py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76072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github.com/Sunkw1224/EmoMoconvq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EmoMoconvq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48640" cy="0"/>
          </a:xfrm>
          <a:prstGeom prst="line">
            <a:avLst/>
          </a:prstGeom>
          <a:noFill/>
          <a:ln w="19050">
            <a:solidFill>
              <a:srgbClr val="5A8A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8A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emotion module learns. The frozen tracker erases what it learnt.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found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emotion control is real (1.36×; happy 50%).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Motion-level effect is null (ANOVA p &gt; 0.7).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localised to the frozen physics tracker.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246888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fine-tuning of the tracker (differentiable physics).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Emotion-preservation loss in the tracking objective.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training on real emotion-labelled motion (needs retargeter).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4617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github.com/Sunkw1224/EmoMoconvq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875</Words>
  <Application>Microsoft Office PowerPoint</Application>
  <PresentationFormat>全屏显示(16:9)</PresentationFormat>
  <Paragraphs>124</Paragraphs>
  <Slides>9</Slides>
  <Notes>9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EmoMoconvq -- Spotlight Presentation</dc:title>
  <dc:subject>PptxGenJS Presentation</dc:subject>
  <dc:creator>Kangwei Sun</dc:creator>
  <cp:lastModifiedBy>康为 孙</cp:lastModifiedBy>
  <cp:revision>3</cp:revision>
  <dcterms:created xsi:type="dcterms:W3CDTF">2026-06-15T16:55:28Z</dcterms:created>
  <dcterms:modified xsi:type="dcterms:W3CDTF">2026-06-15T18:22:13Z</dcterms:modified>
</cp:coreProperties>
</file>